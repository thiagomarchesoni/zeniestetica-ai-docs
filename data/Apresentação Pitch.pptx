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sldIdLst>
    <p:sldId id="256" r:id="rId2"/>
    <p:sldId id="262" r:id="rId3"/>
    <p:sldId id="263" r:id="rId4"/>
    <p:sldId id="257" r:id="rId5"/>
    <p:sldId id="258" r:id="rId6"/>
    <p:sldId id="261" r:id="rId7"/>
    <p:sldId id="259" r:id="rId8"/>
    <p:sldId id="260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4F945-A6B4-4CA7-B688-3EC4BCE4CD9B}" v="7" dt="2026-04-19T21:41:37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Marchesoni" userId="d6f7a133525fd8b2" providerId="LiveId" clId="{C2B173B2-54D3-462C-8C22-1E4572132790}"/>
    <pc:docChg chg="undo custSel addSld modSld sldOrd">
      <pc:chgData name="Thiago Marchesoni" userId="d6f7a133525fd8b2" providerId="LiveId" clId="{C2B173B2-54D3-462C-8C22-1E4572132790}" dt="2026-04-19T21:48:08.286" v="964" actId="14100"/>
      <pc:docMkLst>
        <pc:docMk/>
      </pc:docMkLst>
      <pc:sldChg chg="modSp mod">
        <pc:chgData name="Thiago Marchesoni" userId="d6f7a133525fd8b2" providerId="LiveId" clId="{C2B173B2-54D3-462C-8C22-1E4572132790}" dt="2026-04-19T21:32:35.539" v="319" actId="20577"/>
        <pc:sldMkLst>
          <pc:docMk/>
          <pc:sldMk cId="1828548032" sldId="256"/>
        </pc:sldMkLst>
        <pc:spChg chg="mod">
          <ac:chgData name="Thiago Marchesoni" userId="d6f7a133525fd8b2" providerId="LiveId" clId="{C2B173B2-54D3-462C-8C22-1E4572132790}" dt="2026-04-19T21:32:35.539" v="319" actId="20577"/>
          <ac:spMkLst>
            <pc:docMk/>
            <pc:sldMk cId="1828548032" sldId="256"/>
            <ac:spMk id="2" creationId="{9FEA819F-82A1-EAFC-F36F-AD81301B0F2B}"/>
          </ac:spMkLst>
        </pc:spChg>
        <pc:spChg chg="mod">
          <ac:chgData name="Thiago Marchesoni" userId="d6f7a133525fd8b2" providerId="LiveId" clId="{C2B173B2-54D3-462C-8C22-1E4572132790}" dt="2026-04-19T21:32:32.313" v="317" actId="20577"/>
          <ac:spMkLst>
            <pc:docMk/>
            <pc:sldMk cId="1828548032" sldId="256"/>
            <ac:spMk id="3" creationId="{939020B8-3218-6989-FEB3-B34B77236FE9}"/>
          </ac:spMkLst>
        </pc:spChg>
      </pc:sldChg>
      <pc:sldChg chg="addSp delSp modSp mod">
        <pc:chgData name="Thiago Marchesoni" userId="d6f7a133525fd8b2" providerId="LiveId" clId="{C2B173B2-54D3-462C-8C22-1E4572132790}" dt="2026-04-19T21:38:50.718" v="688" actId="14100"/>
        <pc:sldMkLst>
          <pc:docMk/>
          <pc:sldMk cId="3747336707" sldId="257"/>
        </pc:sldMkLst>
        <pc:spChg chg="mod">
          <ac:chgData name="Thiago Marchesoni" userId="d6f7a133525fd8b2" providerId="LiveId" clId="{C2B173B2-54D3-462C-8C22-1E4572132790}" dt="2026-04-19T21:22:47.235" v="7" actId="20577"/>
          <ac:spMkLst>
            <pc:docMk/>
            <pc:sldMk cId="3747336707" sldId="257"/>
            <ac:spMk id="2" creationId="{3B163A9C-E1D8-C9CC-D117-2DBCDC1FDC06}"/>
          </ac:spMkLst>
        </pc:spChg>
        <pc:spChg chg="del">
          <ac:chgData name="Thiago Marchesoni" userId="d6f7a133525fd8b2" providerId="LiveId" clId="{C2B173B2-54D3-462C-8C22-1E4572132790}" dt="2026-04-18T20:16:15.328" v="0" actId="478"/>
          <ac:spMkLst>
            <pc:docMk/>
            <pc:sldMk cId="3747336707" sldId="257"/>
            <ac:spMk id="3" creationId="{65B24F93-3A4F-458A-E9C8-41FD217F4CDF}"/>
          </ac:spMkLst>
        </pc:spChg>
        <pc:spChg chg="add del mod">
          <ac:chgData name="Thiago Marchesoni" userId="d6f7a133525fd8b2" providerId="LiveId" clId="{C2B173B2-54D3-462C-8C22-1E4572132790}" dt="2026-04-18T20:16:16.246" v="1" actId="478"/>
          <ac:spMkLst>
            <pc:docMk/>
            <pc:sldMk cId="3747336707" sldId="257"/>
            <ac:spMk id="5" creationId="{48138EFA-CEB3-8528-9980-ABCDFE09F75F}"/>
          </ac:spMkLst>
        </pc:spChg>
        <pc:picChg chg="add mod">
          <ac:chgData name="Thiago Marchesoni" userId="d6f7a133525fd8b2" providerId="LiveId" clId="{C2B173B2-54D3-462C-8C22-1E4572132790}" dt="2026-04-19T21:38:50.718" v="688" actId="14100"/>
          <ac:picMkLst>
            <pc:docMk/>
            <pc:sldMk cId="3747336707" sldId="257"/>
            <ac:picMk id="7" creationId="{DF9B8AB9-1B6A-F271-DFBA-5DA2356CD8C8}"/>
          </ac:picMkLst>
        </pc:picChg>
      </pc:sldChg>
      <pc:sldChg chg="modSp mod ord">
        <pc:chgData name="Thiago Marchesoni" userId="d6f7a133525fd8b2" providerId="LiveId" clId="{C2B173B2-54D3-462C-8C22-1E4572132790}" dt="2026-04-19T21:39:05.563" v="723" actId="20577"/>
        <pc:sldMkLst>
          <pc:docMk/>
          <pc:sldMk cId="2710973254" sldId="258"/>
        </pc:sldMkLst>
        <pc:spChg chg="mod">
          <ac:chgData name="Thiago Marchesoni" userId="d6f7a133525fd8b2" providerId="LiveId" clId="{C2B173B2-54D3-462C-8C22-1E4572132790}" dt="2026-04-19T21:39:05.563" v="723" actId="20577"/>
          <ac:spMkLst>
            <pc:docMk/>
            <pc:sldMk cId="2710973254" sldId="258"/>
            <ac:spMk id="2" creationId="{355E28C6-7425-60EA-2C89-4BD1ED6D7096}"/>
          </ac:spMkLst>
        </pc:spChg>
      </pc:sldChg>
      <pc:sldChg chg="addSp delSp modSp add mod">
        <pc:chgData name="Thiago Marchesoni" userId="d6f7a133525fd8b2" providerId="LiveId" clId="{C2B173B2-54D3-462C-8C22-1E4572132790}" dt="2026-04-19T21:48:08.286" v="964" actId="14100"/>
        <pc:sldMkLst>
          <pc:docMk/>
          <pc:sldMk cId="656387146" sldId="261"/>
        </pc:sldMkLst>
        <pc:spChg chg="mod">
          <ac:chgData name="Thiago Marchesoni" userId="d6f7a133525fd8b2" providerId="LiveId" clId="{C2B173B2-54D3-462C-8C22-1E4572132790}" dt="2026-04-19T21:23:11.445" v="50" actId="20577"/>
          <ac:spMkLst>
            <pc:docMk/>
            <pc:sldMk cId="656387146" sldId="261"/>
            <ac:spMk id="2" creationId="{C3F66917-3DF3-388D-570F-C827DB2171BC}"/>
          </ac:spMkLst>
        </pc:spChg>
        <pc:picChg chg="add mod">
          <ac:chgData name="Thiago Marchesoni" userId="d6f7a133525fd8b2" providerId="LiveId" clId="{C2B173B2-54D3-462C-8C22-1E4572132790}" dt="2026-04-19T21:48:08.286" v="964" actId="14100"/>
          <ac:picMkLst>
            <pc:docMk/>
            <pc:sldMk cId="656387146" sldId="261"/>
            <ac:picMk id="4" creationId="{2FB96690-3851-3E5A-9141-4420EB625059}"/>
          </ac:picMkLst>
        </pc:picChg>
        <pc:picChg chg="add mod">
          <ac:chgData name="Thiago Marchesoni" userId="d6f7a133525fd8b2" providerId="LiveId" clId="{C2B173B2-54D3-462C-8C22-1E4572132790}" dt="2026-04-19T21:48:06.510" v="963" actId="14100"/>
          <ac:picMkLst>
            <pc:docMk/>
            <pc:sldMk cId="656387146" sldId="261"/>
            <ac:picMk id="5" creationId="{700A1842-5573-FDFF-DB45-D11817211F3E}"/>
          </ac:picMkLst>
        </pc:picChg>
        <pc:picChg chg="del">
          <ac:chgData name="Thiago Marchesoni" userId="d6f7a133525fd8b2" providerId="LiveId" clId="{C2B173B2-54D3-462C-8C22-1E4572132790}" dt="2026-04-19T21:26:43.165" v="51" actId="478"/>
          <ac:picMkLst>
            <pc:docMk/>
            <pc:sldMk cId="656387146" sldId="261"/>
            <ac:picMk id="7" creationId="{5FDD968A-C2C9-1779-7145-8BE4A586C4F9}"/>
          </ac:picMkLst>
        </pc:picChg>
      </pc:sldChg>
      <pc:sldChg chg="addSp delSp modSp add mod ord">
        <pc:chgData name="Thiago Marchesoni" userId="d6f7a133525fd8b2" providerId="LiveId" clId="{C2B173B2-54D3-462C-8C22-1E4572132790}" dt="2026-04-19T21:40:22.022" v="729" actId="1076"/>
        <pc:sldMkLst>
          <pc:docMk/>
          <pc:sldMk cId="733180323" sldId="262"/>
        </pc:sldMkLst>
        <pc:spChg chg="mod">
          <ac:chgData name="Thiago Marchesoni" userId="d6f7a133525fd8b2" providerId="LiveId" clId="{C2B173B2-54D3-462C-8C22-1E4572132790}" dt="2026-04-19T21:40:19.638" v="728" actId="1076"/>
          <ac:spMkLst>
            <pc:docMk/>
            <pc:sldMk cId="733180323" sldId="262"/>
            <ac:spMk id="2" creationId="{D033AE36-CB1A-E9A2-DC47-3FEBE60D69BB}"/>
          </ac:spMkLst>
        </pc:spChg>
        <pc:spChg chg="add mod">
          <ac:chgData name="Thiago Marchesoni" userId="d6f7a133525fd8b2" providerId="LiveId" clId="{C2B173B2-54D3-462C-8C22-1E4572132790}" dt="2026-04-19T21:40:22.022" v="729" actId="1076"/>
          <ac:spMkLst>
            <pc:docMk/>
            <pc:sldMk cId="733180323" sldId="262"/>
            <ac:spMk id="3" creationId="{E86DC727-7826-5F7E-9961-90D1343590DD}"/>
          </ac:spMkLst>
        </pc:spChg>
        <pc:picChg chg="del">
          <ac:chgData name="Thiago Marchesoni" userId="d6f7a133525fd8b2" providerId="LiveId" clId="{C2B173B2-54D3-462C-8C22-1E4572132790}" dt="2026-04-19T21:30:03.501" v="66" actId="478"/>
          <ac:picMkLst>
            <pc:docMk/>
            <pc:sldMk cId="733180323" sldId="262"/>
            <ac:picMk id="7" creationId="{CE62E8D8-563F-9147-B40D-F8F1500A11DC}"/>
          </ac:picMkLst>
        </pc:picChg>
      </pc:sldChg>
      <pc:sldChg chg="modSp add mod">
        <pc:chgData name="Thiago Marchesoni" userId="d6f7a133525fd8b2" providerId="LiveId" clId="{C2B173B2-54D3-462C-8C22-1E4572132790}" dt="2026-04-19T21:40:15.782" v="727" actId="1076"/>
        <pc:sldMkLst>
          <pc:docMk/>
          <pc:sldMk cId="2241506047" sldId="263"/>
        </pc:sldMkLst>
        <pc:spChg chg="mod">
          <ac:chgData name="Thiago Marchesoni" userId="d6f7a133525fd8b2" providerId="LiveId" clId="{C2B173B2-54D3-462C-8C22-1E4572132790}" dt="2026-04-19T21:40:13.092" v="726" actId="1076"/>
          <ac:spMkLst>
            <pc:docMk/>
            <pc:sldMk cId="2241506047" sldId="263"/>
            <ac:spMk id="2" creationId="{E5D7BDC3-E2C9-7D35-11EC-B8CCD373CB85}"/>
          </ac:spMkLst>
        </pc:spChg>
        <pc:spChg chg="mod">
          <ac:chgData name="Thiago Marchesoni" userId="d6f7a133525fd8b2" providerId="LiveId" clId="{C2B173B2-54D3-462C-8C22-1E4572132790}" dt="2026-04-19T21:40:15.782" v="727" actId="1076"/>
          <ac:spMkLst>
            <pc:docMk/>
            <pc:sldMk cId="2241506047" sldId="263"/>
            <ac:spMk id="3" creationId="{08C3DC85-3611-2D59-898B-AFD09EC6B26F}"/>
          </ac:spMkLst>
        </pc:spChg>
      </pc:sldChg>
      <pc:sldChg chg="addSp delSp modSp add mod setBg">
        <pc:chgData name="Thiago Marchesoni" userId="d6f7a133525fd8b2" providerId="LiveId" clId="{C2B173B2-54D3-462C-8C22-1E4572132790}" dt="2026-04-19T21:42:53.004" v="952" actId="20577"/>
        <pc:sldMkLst>
          <pc:docMk/>
          <pc:sldMk cId="4083514647" sldId="264"/>
        </pc:sldMkLst>
        <pc:spChg chg="mod">
          <ac:chgData name="Thiago Marchesoni" userId="d6f7a133525fd8b2" providerId="LiveId" clId="{C2B173B2-54D3-462C-8C22-1E4572132790}" dt="2026-04-19T21:41:37.363" v="747"/>
          <ac:spMkLst>
            <pc:docMk/>
            <pc:sldMk cId="4083514647" sldId="264"/>
            <ac:spMk id="2" creationId="{8CA08296-449B-00B7-19BB-04CBF221B4BD}"/>
          </ac:spMkLst>
        </pc:spChg>
        <pc:spChg chg="add mod">
          <ac:chgData name="Thiago Marchesoni" userId="d6f7a133525fd8b2" providerId="LiveId" clId="{C2B173B2-54D3-462C-8C22-1E4572132790}" dt="2026-04-19T21:42:53.004" v="952" actId="20577"/>
          <ac:spMkLst>
            <pc:docMk/>
            <pc:sldMk cId="4083514647" sldId="264"/>
            <ac:spMk id="3" creationId="{A2BA4CF9-BF49-A9C2-6A04-C7C291B47C89}"/>
          </ac:spMkLst>
        </pc:spChg>
        <pc:picChg chg="del">
          <ac:chgData name="Thiago Marchesoni" userId="d6f7a133525fd8b2" providerId="LiveId" clId="{C2B173B2-54D3-462C-8C22-1E4572132790}" dt="2026-04-19T21:41:10.638" v="743" actId="478"/>
          <ac:picMkLst>
            <pc:docMk/>
            <pc:sldMk cId="4083514647" sldId="264"/>
            <ac:picMk id="5" creationId="{2D9B9B67-C120-4709-CA71-F3F2E175C4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96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0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74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772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0597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2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62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29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51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25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05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9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26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54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31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66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979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3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29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17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56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64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19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380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17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49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066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824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464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618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249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851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61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843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96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47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171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799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885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834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26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156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98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297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349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12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98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Sunday, April 19,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61" r:id="rId32"/>
    <p:sldLayoutId id="2147483893" r:id="rId33"/>
    <p:sldLayoutId id="2147483894" r:id="rId34"/>
    <p:sldLayoutId id="2147483895" r:id="rId35"/>
    <p:sldLayoutId id="2147483896" r:id="rId36"/>
    <p:sldLayoutId id="2147483897" r:id="rId37"/>
    <p:sldLayoutId id="2147483898" r:id="rId38"/>
    <p:sldLayoutId id="2147483899" r:id="rId39"/>
    <p:sldLayoutId id="2147483907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860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A819F-82A1-EAFC-F36F-AD81301B0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anchor="b">
            <a:normAutofit/>
          </a:bodyPr>
          <a:lstStyle/>
          <a:p>
            <a:r>
              <a:rPr lang="pt-BR" dirty="0" err="1"/>
              <a:t>Pitch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9020B8-3218-6989-FEB3-B34B77236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anchor="ctr">
            <a:normAutofit/>
          </a:bodyPr>
          <a:lstStyle/>
          <a:p>
            <a:r>
              <a:rPr lang="pt-BR" dirty="0"/>
              <a:t>Utilizarmos uma plataforma (aplicativo PJ) para ajudar o microempreendedor a gerir seu negócio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44D9F88-8E07-7447-9419-9E5438DA8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067300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54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3CC2-FB35-F76F-B717-D6A2C8C2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3AE36-CB1A-E9A2-DC47-3FEBE60D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96" y="0"/>
            <a:ext cx="9985248" cy="960120"/>
          </a:xfrm>
        </p:spPr>
        <p:txBody>
          <a:bodyPr/>
          <a:lstStyle/>
          <a:p>
            <a:r>
              <a:rPr lang="pt-BR" dirty="0"/>
              <a:t>1. Problema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6DC727-7826-5F7E-9961-90D1343590DD}"/>
              </a:ext>
            </a:extLst>
          </p:cNvPr>
          <p:cNvSpPr txBox="1"/>
          <p:nvPr/>
        </p:nvSpPr>
        <p:spPr>
          <a:xfrm>
            <a:off x="586596" y="1397674"/>
            <a:ext cx="1079837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badi" panose="020F0502020204030204" pitchFamily="34" charset="0"/>
              </a:rPr>
              <a:t>Microempreendedores enfrentam dois grandes desafios: </a:t>
            </a:r>
          </a:p>
          <a:p>
            <a:endParaRPr lang="pt-BR" sz="2400" b="1" dirty="0">
              <a:latin typeface="Abadi" panose="020F0502020204030204" pitchFamily="34" charset="0"/>
            </a:endParaRPr>
          </a:p>
          <a:p>
            <a:r>
              <a:rPr lang="pt-BR" sz="2400" b="1" dirty="0">
                <a:latin typeface="Abadi" panose="020F0502020204030204" pitchFamily="34" charset="0"/>
              </a:rPr>
              <a:t>(1)</a:t>
            </a:r>
            <a:r>
              <a:rPr lang="pt-BR" sz="2400" dirty="0">
                <a:latin typeface="Abadi" panose="020F0502020204030204" pitchFamily="34" charset="0"/>
              </a:rPr>
              <a:t> entender e explicar corretamente procedimentos técnicos como laser, </a:t>
            </a:r>
            <a:r>
              <a:rPr lang="pt-BR" sz="2400" dirty="0" err="1">
                <a:latin typeface="Abadi" panose="020F0502020204030204" pitchFamily="34" charset="0"/>
              </a:rPr>
              <a:t>botox</a:t>
            </a:r>
            <a:r>
              <a:rPr lang="pt-BR" sz="2400" dirty="0">
                <a:latin typeface="Abadi" panose="020F0502020204030204" pitchFamily="34" charset="0"/>
              </a:rPr>
              <a:t>, enzimas e </a:t>
            </a:r>
            <a:r>
              <a:rPr lang="pt-BR" sz="2400" dirty="0" err="1">
                <a:latin typeface="Abadi" panose="020F0502020204030204" pitchFamily="34" charset="0"/>
              </a:rPr>
              <a:t>bioestimuladores</a:t>
            </a:r>
            <a:r>
              <a:rPr lang="pt-BR" sz="2400" dirty="0">
                <a:latin typeface="Abadi" panose="020F0502020204030204" pitchFamily="34" charset="0"/>
              </a:rPr>
              <a:t> de maneira que seja de fácil entendimento</a:t>
            </a:r>
          </a:p>
          <a:p>
            <a:endParaRPr lang="pt-BR" sz="2400" b="1" dirty="0">
              <a:latin typeface="Abadi" panose="020F0502020204030204" pitchFamily="34" charset="0"/>
            </a:endParaRPr>
          </a:p>
          <a:p>
            <a:r>
              <a:rPr lang="pt-BR" sz="2400" b="1" dirty="0">
                <a:latin typeface="Abadi" panose="020F0502020204030204" pitchFamily="34" charset="0"/>
              </a:rPr>
              <a:t>(2)</a:t>
            </a:r>
            <a:r>
              <a:rPr lang="pt-BR" sz="2400" dirty="0">
                <a:latin typeface="Abadi" panose="020F0502020204030204" pitchFamily="34" charset="0"/>
              </a:rPr>
              <a:t> organizar a gestão financeira da própria clínica — fluxo de caixa, ticket médio, clientes ativos, sazonalidade.</a:t>
            </a:r>
          </a:p>
          <a:p>
            <a:endParaRPr lang="pt-BR" sz="2400" dirty="0">
              <a:latin typeface="Abadi" panose="020F0502020204030204" pitchFamily="34" charset="0"/>
            </a:endParaRPr>
          </a:p>
          <a:p>
            <a:r>
              <a:rPr lang="pt-BR" sz="2400" dirty="0">
                <a:latin typeface="Abadi" panose="020F0502020204030204" pitchFamily="34" charset="0"/>
              </a:rPr>
              <a:t>A maioria não tem tempo para estudar tudo isso, e muitas vezes se sente insegura ao responder clientes ou analisar seus números.”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318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F8A5-456A-755F-EF69-5960F633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7BDC3-E2C9-7D35-11EC-B8CCD373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21" y="140438"/>
            <a:ext cx="9985248" cy="960120"/>
          </a:xfrm>
        </p:spPr>
        <p:txBody>
          <a:bodyPr/>
          <a:lstStyle/>
          <a:p>
            <a:r>
              <a:rPr lang="pt-BR" dirty="0"/>
              <a:t>2. Solução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C3DC85-3611-2D59-898B-AFD09EC6B26F}"/>
              </a:ext>
            </a:extLst>
          </p:cNvPr>
          <p:cNvSpPr txBox="1"/>
          <p:nvPr/>
        </p:nvSpPr>
        <p:spPr>
          <a:xfrm>
            <a:off x="552091" y="1242203"/>
            <a:ext cx="1079837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badi" panose="020F0502020204030204" pitchFamily="34" charset="0"/>
              </a:rPr>
              <a:t>“A Zeni é uma assistente virtual especializada em estética avançada e gestão de microempreendimentos do setor.</a:t>
            </a:r>
          </a:p>
          <a:p>
            <a:endParaRPr lang="pt-BR" sz="2400" b="1" dirty="0">
              <a:latin typeface="Abadi" panose="020F0502020204030204" pitchFamily="34" charset="0"/>
            </a:endParaRPr>
          </a:p>
          <a:p>
            <a:pPr marL="457200" indent="-457200">
              <a:buAutoNum type="arabicParenBoth"/>
            </a:pPr>
            <a:r>
              <a:rPr lang="pt-BR" sz="2400" b="1" dirty="0">
                <a:latin typeface="Abadi" panose="020F0502020204030204" pitchFamily="34" charset="0"/>
              </a:rPr>
              <a:t>Ela responde dúvidas técnicas sobre procedimentos — como funciona o laser, para que serve o </a:t>
            </a:r>
            <a:r>
              <a:rPr lang="pt-BR" sz="2400" b="1" dirty="0" err="1">
                <a:latin typeface="Abadi" panose="020F0502020204030204" pitchFamily="34" charset="0"/>
              </a:rPr>
              <a:t>botox</a:t>
            </a:r>
            <a:r>
              <a:rPr lang="pt-BR" sz="2400" b="1" dirty="0">
                <a:latin typeface="Abadi" panose="020F0502020204030204" pitchFamily="34" charset="0"/>
              </a:rPr>
              <a:t>, quantas sessões são necessárias — sempre com linguagem simples, segura e alinhada às diretrizes da clínica.</a:t>
            </a:r>
          </a:p>
          <a:p>
            <a:endParaRPr lang="pt-BR" sz="2400" b="1" dirty="0">
              <a:latin typeface="Abadi" panose="020F0502020204030204" pitchFamily="34" charset="0"/>
            </a:endParaRPr>
          </a:p>
          <a:p>
            <a:r>
              <a:rPr lang="pt-BR" sz="2400" b="1" dirty="0">
                <a:latin typeface="Abadi" panose="020F0502020204030204" pitchFamily="34" charset="0"/>
              </a:rPr>
              <a:t>(2) Ela ajuda o microempreendedor a entender seus próprios números: ticket médio, capacidade mensal, clientes ativos, serviços mais vendidos e oportunidades de crescimento.</a:t>
            </a:r>
          </a:p>
          <a:p>
            <a:r>
              <a:rPr lang="pt-BR" sz="2400" b="1" dirty="0">
                <a:latin typeface="Abadi" panose="020F0502020204030204" pitchFamily="34" charset="0"/>
              </a:rPr>
              <a:t>É como ter uma gerente de clínica + especialista em estética disponível 24 horas.”</a:t>
            </a:r>
          </a:p>
          <a:p>
            <a:endParaRPr lang="pt-BR" sz="2400" dirty="0">
              <a:latin typeface="Abadi" panose="020F0502020204030204" pitchFamily="34" charset="0"/>
            </a:endParaRPr>
          </a:p>
          <a:p>
            <a:endParaRPr lang="pt-BR" sz="2400" b="1" dirty="0">
              <a:latin typeface="Abadi" panose="020F05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50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63A9C-E1D8-C9CC-D117-2DBCDC1F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1. Pergunta sobre dor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F9B8AB9-1B6A-F271-DFBA-5DA2356C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8" y="1477545"/>
            <a:ext cx="7299952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3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E0724-AAD5-C687-3513-2D745EF6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E28C6-7425-60EA-2C89-4BD1ED6D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Diagnóstico proibido – duvidas de clientes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0A3A459-9BA2-7FCB-486E-66C5EE72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017" y="1485160"/>
            <a:ext cx="6416596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7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8F7A-DB0B-0653-F8BB-1B8F31B9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66917-3DF3-388D-570F-C827DB21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Gestão financeira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B96690-3851-3E5A-9141-4420EB625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2" y="2130181"/>
            <a:ext cx="5570230" cy="337799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00A1842-5573-FDFF-DB45-D11817211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20" y="2130181"/>
            <a:ext cx="6344480" cy="33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8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9BE9-460B-3D2B-FEF2-FB022300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6FEEE-B9D6-6F9D-0C8A-1DC3589B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3. Pergunta fora do escopo (segurança)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510451-29DF-FBBB-288B-A940304B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975" y="1965301"/>
            <a:ext cx="7812714" cy="334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7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8E5F-D947-8A17-6C02-4A641142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87CA8-D8F0-8B0C-AC75-68C2C8A4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4.Informação inexistente (assertividade + segurança)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DAF355-C38C-FB23-EB06-07F68DC9B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649" y="1639823"/>
            <a:ext cx="6378493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7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81D7F3D-04B1-EBCC-E004-579E05E6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08296-449B-00B7-19BB-04CBF221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Diferencial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BA4CF9-BF49-A9C2-6A04-C7C291B47C89}"/>
              </a:ext>
            </a:extLst>
          </p:cNvPr>
          <p:cNvSpPr txBox="1"/>
          <p:nvPr/>
        </p:nvSpPr>
        <p:spPr>
          <a:xfrm>
            <a:off x="586596" y="1397674"/>
            <a:ext cx="1079837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badi" panose="020F0502020204030204" pitchFamily="34" charset="0"/>
              </a:rPr>
              <a:t>“Diferente de </a:t>
            </a:r>
            <a:r>
              <a:rPr lang="pt-BR" sz="2400" b="1" dirty="0" err="1">
                <a:latin typeface="Abadi" panose="020F0502020204030204" pitchFamily="34" charset="0"/>
              </a:rPr>
              <a:t>chatbots</a:t>
            </a:r>
            <a:r>
              <a:rPr lang="pt-BR" sz="2400" b="1" dirty="0">
                <a:latin typeface="Abadi" panose="020F0502020204030204" pitchFamily="34" charset="0"/>
              </a:rPr>
              <a:t> genéricos, a Zeni foi criada especificamente para clínicas de estética avançada.</a:t>
            </a:r>
          </a:p>
          <a:p>
            <a:endParaRPr lang="pt-BR" sz="2400" b="1" dirty="0">
              <a:latin typeface="Abadi" panose="020F0502020204030204" pitchFamily="34" charset="0"/>
            </a:endParaRPr>
          </a:p>
          <a:p>
            <a:r>
              <a:rPr lang="pt-BR" sz="2400" b="1" dirty="0">
                <a:latin typeface="Abadi" panose="020F0502020204030204" pitchFamily="34" charset="0"/>
              </a:rPr>
              <a:t>Ela combina conhecimento técnico, linguagem premium, segurança ética e análise de dados da própria clínica, oferecendo respostas personalizadas e alinhadas ao posicionamento da marca, auxiliando no trabalho do profissional , além de fornecer informações de </a:t>
            </a:r>
            <a:r>
              <a:rPr lang="pt-BR" sz="2400" b="1" dirty="0" err="1">
                <a:latin typeface="Abadi" panose="020F0502020204030204" pitchFamily="34" charset="0"/>
              </a:rPr>
              <a:t>getão</a:t>
            </a:r>
            <a:r>
              <a:rPr lang="pt-BR" sz="2400" b="1" dirty="0">
                <a:latin typeface="Abadi" panose="020F0502020204030204" pitchFamily="34" charset="0"/>
              </a:rPr>
              <a:t> financeira, como quantidade de clientes, valores de entradas e </a:t>
            </a:r>
            <a:r>
              <a:rPr lang="pt-BR" sz="2400" b="1" dirty="0" err="1">
                <a:latin typeface="Abadi" panose="020F0502020204030204" pitchFamily="34" charset="0"/>
              </a:rPr>
              <a:t>saidas</a:t>
            </a:r>
            <a:r>
              <a:rPr lang="pt-BR" sz="2400" b="1" dirty="0">
                <a:latin typeface="Abadi" panose="020F0502020204030204" pitchFamily="34" charset="0"/>
              </a:rPr>
              <a:t>, ticket médio...</a:t>
            </a:r>
          </a:p>
          <a:p>
            <a:endParaRPr lang="pt-BR" sz="2400" b="1" dirty="0">
              <a:latin typeface="Abadi" panose="020F0502020204030204" pitchFamily="34" charset="0"/>
            </a:endParaRPr>
          </a:p>
          <a:p>
            <a:r>
              <a:rPr lang="pt-BR" sz="2400" b="1" dirty="0">
                <a:latin typeface="Abadi" panose="020F0502020204030204" pitchFamily="34" charset="0"/>
              </a:rPr>
              <a:t>E o melhor: tudo isso sem diagnósticos, sem promessas e sem riscos — apenas informação clara, acolhedora e profissional.”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3514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Override1.xml><?xml version="1.0" encoding="utf-8"?>
<a:themeOverride xmlns:a="http://schemas.openxmlformats.org/drawingml/2006/main">
  <a:clrScheme name="GradientRise">
    <a:dk1>
      <a:sysClr val="windowText" lastClr="000000"/>
    </a:dk1>
    <a:lt1>
      <a:srgbClr val="FFFFFF"/>
    </a:lt1>
    <a:dk2>
      <a:srgbClr val="3C0F3A"/>
    </a:dk2>
    <a:lt2>
      <a:srgbClr val="F1F2F2"/>
    </a:lt2>
    <a:accent1>
      <a:srgbClr val="A6025C"/>
    </a:accent1>
    <a:accent2>
      <a:srgbClr val="92248E"/>
    </a:accent2>
    <a:accent3>
      <a:srgbClr val="DE95C4"/>
    </a:accent3>
    <a:accent4>
      <a:srgbClr val="FE4A00"/>
    </a:accent4>
    <a:accent5>
      <a:srgbClr val="DA002F"/>
    </a:accent5>
    <a:accent6>
      <a:srgbClr val="FF907A"/>
    </a:accent6>
    <a:hlink>
      <a:srgbClr val="CA71E4"/>
    </a:hlink>
    <a:folHlink>
      <a:srgbClr val="E45E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330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Abadi</vt:lpstr>
      <vt:lpstr>Arial</vt:lpstr>
      <vt:lpstr>Avenir Next LT Pro</vt:lpstr>
      <vt:lpstr>Avenir Next LT Pro Light</vt:lpstr>
      <vt:lpstr>Neue Haas Grotesk Text Pro</vt:lpstr>
      <vt:lpstr>GradientRise</vt:lpstr>
      <vt:lpstr>Pitch</vt:lpstr>
      <vt:lpstr>1. Problema </vt:lpstr>
      <vt:lpstr>2. Solução </vt:lpstr>
      <vt:lpstr>1. Pergunta sobre dor</vt:lpstr>
      <vt:lpstr>2. Diagnóstico proibido – duvidas de clientes</vt:lpstr>
      <vt:lpstr>2. Gestão financeira</vt:lpstr>
      <vt:lpstr>3. Pergunta fora do escopo (segurança)</vt:lpstr>
      <vt:lpstr>4.Informação inexistente (assertividade + segurança)</vt:lpstr>
      <vt:lpstr>Diferencial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Marchesoni</dc:creator>
  <cp:lastModifiedBy>Thiago Marchesoni</cp:lastModifiedBy>
  <cp:revision>1</cp:revision>
  <dcterms:created xsi:type="dcterms:W3CDTF">2026-04-18T20:01:29Z</dcterms:created>
  <dcterms:modified xsi:type="dcterms:W3CDTF">2026-04-19T21:48:09Z</dcterms:modified>
</cp:coreProperties>
</file>